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4" r:id="rId4"/>
    <p:sldId id="269" r:id="rId5"/>
    <p:sldId id="259" r:id="rId6"/>
    <p:sldId id="266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EB46A-26D9-4B79-A0BA-94F0685D32D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0B1D7-2D89-41AD-A35D-8CABD3C8F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7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20A89-1EA5-4B48-949C-8D49FA71E17A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A0E909-4676-4DFF-ACF3-65FD721A0C35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0D50A7-FC51-45F0-ACE8-52BE692F1158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EF69A-9B98-48A6-8714-D502F21C59AC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68901D-AE11-453B-BAB5-EBEBF3FD6D52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EFD338-D2AE-4808-B786-CD8FFD22129C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5FCE24-E184-4609-AA44-1D31475DE58F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2F83FF-62C9-4D61-84C4-3D92576553D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872C22-043C-453D-BC8F-50D3C2C8D791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0F6FA3-7D56-4F82-BC8C-4558DAB8F5A1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66328A-B452-492B-B140-676AC5719AC5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2448" y="209756"/>
            <a:ext cx="9163372" cy="2758869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and System Programming (25CS2104E)</a:t>
            </a:r>
            <a:b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Linux File Descriptor and</a:t>
            </a:r>
            <a:b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File I/O Management System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8350" y="4734354"/>
            <a:ext cx="5384800" cy="1913890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algn="l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Amrutha J            2520080066</a:t>
            </a:r>
          </a:p>
          <a:p>
            <a:pPr algn="l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Keerthana G        2520090132</a:t>
            </a:r>
          </a:p>
          <a:p>
            <a:pPr algn="l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Hasith Varma      2520090125</a:t>
            </a:r>
          </a:p>
          <a:p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78912-86E2-3DFA-A0B9-1E6CB3A9493D}"/>
              </a:ext>
            </a:extLst>
          </p:cNvPr>
          <p:cNvSpPr txBox="1"/>
          <p:nvPr/>
        </p:nvSpPr>
        <p:spPr>
          <a:xfrm>
            <a:off x="167185" y="4846321"/>
            <a:ext cx="439116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the Esteemed Guidance of</a:t>
            </a:r>
            <a:endParaRPr lang="en-IN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Raghupathi M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Department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79BAB-0195-236A-70B8-3DECB286B2B5}"/>
              </a:ext>
            </a:extLst>
          </p:cNvPr>
          <p:cNvSpPr txBox="1"/>
          <p:nvPr/>
        </p:nvSpPr>
        <p:spPr>
          <a:xfrm>
            <a:off x="3360019" y="3429000"/>
            <a:ext cx="6093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Review-I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856216" y="1151505"/>
            <a:ext cx="6936386" cy="4370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endParaRPr lang="en-IN" dirty="0"/>
          </a:p>
        </p:txBody>
      </p:sp>
      <p:sp>
        <p:nvSpPr>
          <p:cNvPr id="8" name="Rectangle: Rounded Corners 7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029D6-E146-55B7-6FE6-DD167709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79801-AD4A-4368-9C25-F8FFDCCA9D13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31D3A-8519-E357-DDA9-EAECFBBAE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927913" y="1341826"/>
            <a:ext cx="8630813" cy="4327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just">
              <a:lnSpc>
                <a:spcPct val="13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project is a Linux-based command-line application developed using C to demonstrate file descriptors and low-level file I/O. The system allows users to perform basic file operations such as creating/opening, reading, writing, appending, moving the file pointer, and closing files.</a:t>
            </a:r>
          </a:p>
          <a:p>
            <a:pPr marL="342900" indent="-342900" algn="just">
              <a:lnSpc>
                <a:spcPct val="13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system calls such as open(), read(), write(), </a:t>
            </a:r>
            <a:r>
              <a:rPr sz="22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lseek</a:t>
            </a:r>
            <a:r>
              <a:rPr sz="22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(), and close() are used to perform these operations.</a:t>
            </a:r>
          </a:p>
          <a:p>
            <a:pPr marL="342900" indent="-342900" algn="just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a user application communicates with the Linux kernel and file system, and provides practical understanding of Operating Systems and Systems Programming concepts.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E3377-AD48-C317-56EF-BB6DEA41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7DFF9B-AF13-3CBC-C2B1-8156A6C27ADB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2E30A3-627A-0C0D-8E68-FFD84EF51DAA}"/>
              </a:ext>
            </a:extLst>
          </p:cNvPr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559BE-24A9-DD17-5994-3CA09176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CD269-83F2-F4C5-3099-E3507858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1000000"/>
            <a:ext cx="10820400" cy="1480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I/O refers to reading data from and writing data to files.</a:t>
            </a:r>
          </a:p>
          <a:p>
            <a:pPr algn="just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Linux, an opened file is represented by a file descriptor, which is a non-negative integer assigned by the operating system kernel. The file descriptor is used by a process to perform operations such as reading, writing, seeking, and closing a file.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14172"/>
            <a:ext cx="108204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dirty="0">
                <a:solidFill>
                  <a:srgbClr val="C00000"/>
                </a:solidFill>
                <a:latin typeface="Calibri"/>
              </a:rPr>
              <a:t>Standard File Descriptors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462521"/>
              </p:ext>
            </p:extLst>
          </p:nvPr>
        </p:nvGraphicFramePr>
        <p:xfrm>
          <a:off x="3581400" y="3221490"/>
          <a:ext cx="5000000" cy="1636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File Descriptor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Stream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Input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Output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388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277088"/>
            <a:ext cx="10820400" cy="6600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project provides a simple terminal-based interface to demonstrate file operations and understand how applications interact with the Linux kernel through system calls.</a:t>
            </a:r>
          </a:p>
        </p:txBody>
      </p:sp>
    </p:spTree>
    <p:extLst>
      <p:ext uri="{BB962C8B-B14F-4D97-AF65-F5344CB8AC3E}">
        <p14:creationId xmlns:p14="http://schemas.microsoft.com/office/powerpoint/2010/main" val="401618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96004" y="221615"/>
            <a:ext cx="6374349" cy="52959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970655" y="221615"/>
            <a:ext cx="6374348" cy="671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</a:rPr>
              <a:t>Hardware and Software requirements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B27F7-CA90-4D59-F334-BDE7693B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03DE9-87EE-417A-AE3E-75342F0B996E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63280-B772-867A-6341-08A7DB8C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1150000"/>
            <a:ext cx="5488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6000" y="1150000"/>
            <a:ext cx="5488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720290"/>
              </p:ext>
            </p:extLst>
          </p:nvPr>
        </p:nvGraphicFramePr>
        <p:xfrm>
          <a:off x="457200" y="1580000"/>
          <a:ext cx="54888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</a:t>
                      </a:r>
                    </a:p>
                  </a:txBody>
                  <a:tcPr marL="90000" marR="9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marL="90000" marR="900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Laptop / Desktop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marL="90000" marR="9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4 GB</a:t>
                      </a:r>
                    </a:p>
                  </a:txBody>
                  <a:tcPr marL="90000" marR="9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1 GHz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</a:p>
                  </a:txBody>
                  <a:tcPr marL="90000" marR="9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Sufficient space for Linux and project files</a:t>
                      </a:r>
                    </a:p>
                  </a:txBody>
                  <a:tcPr marL="90000" marR="9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144035"/>
              </p:ext>
            </p:extLst>
          </p:nvPr>
        </p:nvGraphicFramePr>
        <p:xfrm>
          <a:off x="6246000" y="1580000"/>
          <a:ext cx="54888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Software</a:t>
                      </a:r>
                    </a:p>
                  </a:txBody>
                  <a:tcPr marL="90000" marR="9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0000" marR="900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Ubuntu / Linux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 and execution environment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90000" marR="9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</a:p>
                  </a:txBody>
                  <a:tcPr marL="90000" marR="9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GCC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Compilation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 / Makefile</a:t>
                      </a:r>
                    </a:p>
                  </a:txBody>
                  <a:tcPr marL="90000" marR="9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build</a:t>
                      </a:r>
                    </a:p>
                  </a:txBody>
                  <a:tcPr marL="90000" marR="9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 / Vim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development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&amp; GitHub</a:t>
                      </a:r>
                    </a:p>
                  </a:txBody>
                  <a:tcPr marL="90000" marR="9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 and collaboration</a:t>
                      </a:r>
                    </a:p>
                  </a:txBody>
                  <a:tcPr marL="90000" marR="9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886027" y="236025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1" y="277015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System Architecture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0467B-10ED-0439-355C-AB546904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0B09-1F77-4EDB-8151-1F057DCF6ADD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128EC-BFB0-E687-111E-633D5D579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6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396000" y="980000"/>
            <a:ext cx="3400000" cy="34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20000" rIns="45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6000" y="1320000"/>
            <a:ext cx="0" cy="14000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96000" y="1480000"/>
            <a:ext cx="3400000" cy="34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20000" rIns="45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Terminal / Menu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820000"/>
            <a:ext cx="0" cy="14000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96000" y="1980000"/>
            <a:ext cx="3400000" cy="34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20000" rIns="45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 Application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0" y="2320000"/>
            <a:ext cx="0" cy="14000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96000" y="2480000"/>
            <a:ext cx="3400000" cy="34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20000" rIns="45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Linux System Calls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6000" y="2820000"/>
            <a:ext cx="0" cy="14000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96000" y="2980000"/>
            <a:ext cx="7000000" cy="56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20000" rIns="45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open()   read()   write()   lseek()   close()   stat()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3540000"/>
            <a:ext cx="0" cy="14000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96000" y="3700000"/>
            <a:ext cx="3400000" cy="34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20000" rIns="45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Linux Kernel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6000" y="4040000"/>
            <a:ext cx="0" cy="14000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96000" y="4200000"/>
            <a:ext cx="3400000" cy="34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20000" rIns="45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File System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6000" y="4540000"/>
            <a:ext cx="0" cy="14000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96000" y="4700000"/>
            <a:ext cx="3400000" cy="34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20000" rIns="45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80000"/>
            <a:ext cx="10820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Flow: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90000"/>
            <a:ext cx="11277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Input → C Application → System Call → Linux Kernel → File System →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20000"/>
            <a:ext cx="10820400" cy="4757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sz="1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sends file-operation requests through Linux system calls. The kernel manages the file descriptor and performs the requested operation on the file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64234-7A34-7521-498A-DD3F6E49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2186-ABE7-42AB-8003-2FA9F73CA34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9A4F7-9EC8-2129-C8BB-C74E5E40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7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0000"/>
            <a:ext cx="10820400" cy="128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low-level file management in Linux using C. It provides practical understanding of file descriptors, system calls, file I/O, file offsets, permissions, and error handling. The system shows how a user-space application communicates with the Linux kernel to perform file operations.</a:t>
            </a: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connects theoretical Operating Systems concepts with a working Linux systems-programming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50000"/>
            <a:ext cx="10820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50000"/>
            <a:ext cx="11277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Descriptor → System Call → Linux Kernel → File System →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504</Words>
  <Application>Microsoft Office PowerPoint</Application>
  <PresentationFormat>Widescreen</PresentationFormat>
  <Paragraphs>90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       Operating System and System Programming (25CS2104E)  Linux File Descriptor and  File I/O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Hasith Varma</cp:lastModifiedBy>
  <cp:revision>25</cp:revision>
  <dcterms:created xsi:type="dcterms:W3CDTF">2026-08-31T05:18:20Z</dcterms:created>
  <dcterms:modified xsi:type="dcterms:W3CDTF">2026-09-11T05:18:37Z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2E321512259BCFD0FA0C956AC94F79BD_43</vt:lpwstr>
  </property>
  <property fmtid="{D5CDD505-2E9C-101B-9397-08002B2CF9AE}" pid="3" name="KSOProductBuildVer">
    <vt:lpwstr>1033-12.1.26050.26050</vt:lpwstr>
  </property>
</Properties>
</file>